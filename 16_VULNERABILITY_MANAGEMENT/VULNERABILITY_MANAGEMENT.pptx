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Vulnerability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OPENBCI_GUI | Category: BRAIN_COMPUTER_INTERFACE</a:t>
            </a:r>
          </a:p>
          <a:p>
            <a:r>
              <a:rPr sz="1400"/>
              <a:t>Upstream: https://github.com/openbci/OpenBCI_GUI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vulnerability management for the Anticloud integration of OPENBCI_GUI.</a:t>
            </a:r>
          </a:p>
          <a:p>
            <a:r>
              <a:rPr sz="1400"/>
              <a:t>OpenBCI graphical interface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OPENBCI_GUI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